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Pipeline CI/CD com Jenkins, Bitbucket e Nexus integrados à AWS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EKS com ArgoCD e Karpenter para containers escaláveis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RDS Multi-AZ, DynamoDB, Kinesis Streams e ElastiCache para dados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empresa precisava aprimorar seus sistemas robustos e integrados para gerenciar operações e garantir fluxo eficiente de informações médicas e administrativas. Incorpora tecnologia de ponta incluindo equipamentos avançados de diagnóstico, telemedicina e inteligência artificial.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Buscou a dataRain para implementar DevOps eficiente para otimizar processos de desenvolvimento e implantação, garantindo alta disponibilidade, escalabilidade e segurança.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otimizar uma infraestrutura complexa de saúde, a proposta era clara: implementar DevOps para reduzir custos, aumentar agilidade e garantir segurança dos dados médicos.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Especializada em serviços de saúde, a Prevent Senior é dedicada a oferecer soluções inovadoras e de alta qualidade, com abordagem focada na prevenção. Conta com planos de saúde, cuidados médicos, hospitais próprios e centros de diagnóstico, investindo constantemente em modernização e tecnologia avançada.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PREVENT SENIOR OTIMIZOU SUA INFRAESTRUTURA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INOVAÇÃO EM SAÚDE EXIGE EFICIÊNCIA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DEVOPS PARA SAÚDE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Prevent Senior reduz 18% dos custos mensais com DevOps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Prevent Senior utiliza integração entre Azure AD e AWS SSO para autenticação unificada. O Vault é utilizado para armazenamento seguro e criptografia de dados sensíveis. Logs são centralizados em conta de auditoria separada para conformidade.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2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Pipeline CI com Jenkins, Bitbucket e Nexus. ALB para EC2 e EKS. Docker Registry com ArgoCD para deploy automatizado. Karpenter para dimensionamento eficiente de containers.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RDS Multi-AZ para alta disponibilidade, DynamoDB para NoSQL, Kinesis Streams para dados em tempo real, ElastiCache para cache. Azure AD integrado ao AWS SSO. Vault para criptografia.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18% DE ECONOMIA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Redução de custos mensais da AWS em 18,18%, com impacto financeiro significativo. Processos de desenvolvimento e implantação otimizados com entrega mais rápida de funcionalidades.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Monitoramento eficaz com Prometheus, Grafana e New Relic. Segmentação de VPC com sub-redes públicas e privadas, NAT Gateways e controle de acesso EKS.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DEVOPS PARA SAÚDE: EFICIÊNCIA E SEGURANÇA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SAÚDE DIGITAL EFICIENTE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execução das soluções DevOps resultou em infraestrutura de TI mais eficiente, ágil e segura. Medidas de segurança com IAM, Azure AD e princípio do menor privilégio garantem gerenciamento seguro.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arquitetura de rede com segmentação de VPC e controles de acesso garante um ambiente seguro e controlado para dados sensíveis de saúde.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Prevent Senior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