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Migração da Azure para AWS via programa NasNuvens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Arquitetura de containers e Kubernetes com Amazon EKS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Solução mais enxuta e barata para a carga de trabalho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desafio era reduzir custos com a nuvem. Inicialmente com ambiente on-premises, a RNP migrou para a Azure, mas buscava mais qualidade por menos custo. Após prova de conceito, a AWS foi validada principalmente pelo quesito economia.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plataforma precisava sustentar arquitetura de containers, cluster e Kubernetes, com alta disponibilidade e capacidade ilimitada de armazenamento.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reduzir custos e ganhar escalabilidade para um serviço que atende centenas de instituições, a proposta era clara: migrar da Azure para a AWS com arquitetura de containers.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Conferência Web é um serviço de educação à distância da RNP, desenvolvido para oferecer experiência completa e segura em interações online e trabalho colaborativo. Combina vídeo e áudio para criação de salas virtuais voltadas para aulas, reuniões, palestras e projetos.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 RNP OTIMIZOU SEU SERVIÇO DE CONFERÊNCIA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NUVEM ANTERIOR NÃO ATENDE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MIGRAÇÃO AZURE → AWS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RNP reduz 15% dos custos anuais migrando Conferência Web da Azure para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O programa NasNuvens da RNP conta com provedores globais qualificados para oferta de IaaS às 800 instituições do Sistema RNP. A AWS foi a solução que atendeu todos os requisitos e apresentou o melhor custo-benefício.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rnp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plataforma foi remodelada para sustentar arquitetura de containers e cluster na AWS, com Amazon EKS para cargas Kubernetes. Integração com pipeline DevOps para entrega contínua.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Utiliza Amazon S3, Lambda, EC2, Route 53 e CloudTrail. Alta disponibilidade e capacidade ilimitada de armazenamento com dados digitalizados, organizados e padronizados.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15% DE ECONOMIA ANUAL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Economia de 15% ao ano com a nuvem AWS, comprovada por análise TCO. Serviço altamente escalável com velocidade ilimitada e sem interrupção. Melhor integração com ferramentas de pipeline DevOps.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Maturidade, confiabilidade e plataforma aderente à arquitetura de containers, cluster e Kubernetes, todas atendidas pela AWS.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CONTAINERS E KUBERNETES NA AWS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EDUCAÇÃO DIGITAL EM ESCALA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Com o NasNuvens, a jornada para a nuvem foi mais curta e rápida. Os provedores já estão qualificados no catálogo de serviços, trazendo agilidade, confiabilidade e qualidade na contratação.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RNP está pronta para oferecer consultoria sobre a melhor arquitetura para cada demanda, já pensando na nuvem e pronta para expandir seus registros.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RNP Conferencia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