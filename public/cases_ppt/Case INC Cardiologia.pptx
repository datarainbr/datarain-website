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AWS SageMaker para análise exploratória e treinamento de modelos de ML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AWS HealthOmics para gestão e processamento de dados genéticos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Amazon Bedrock para NLP e análise avançada de imagens médicas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INC enfrentava dificuldades na análise de dados multimodais (genéticos, clínicos e de imagem) de mais de 700 pacientes brasileiros do estudo Renomica. Faltava infraestrutura escalável para armazenar e processar grandes quantidades de dados.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correlação entre dados genéticos e fenotípicos exigia modelos avançados de IA e ML. A manipulação de dados sensíveis deveria estar em conformidade com a LGPD.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analisar dados genéticos e fenotípicos de centenas de pacientes, a proposta era clara: usar IA avançada na AWS para identificar biomarcadores digitais e prever riscos cardiovasculares.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Instituto Nacional de Cardiologia (INC), localizado no Rio de Janeiro, é uma das instituições mais respeitadas no campo da saúde cardiovascular no Brasil. Como parte do projeto IPOLE, o INC colabora com especialistas internacionais para enfrentar desafios críticos da área da saúde.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INC REVOLUCIONOU A CARDIOLOGIA COM IA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DADOS MULTIMODAIS EXIGEM IA AVANÇADA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IA PARA CARDIOLOGIA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INC analisa dados genéticos de 700+ pacientes com IA na AWS para prever riscos cardiovasculares.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O projeto utilizou SageMaker + Bedrock Multimodal Embeddings para visualização combinada de dados genéticos e de imagem, permitindo identificar padrões correlacionados entre genoma e fenótipo para previsão de riscos cardiovasculares.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logoIN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Fase 1: AWS Storage Gateway para transferência segura, S3 para armazenamento, SageMaker para análise e treinamento de modelos, HealthOmics para dados genéticos.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Fase 2: S3 para imagens DICOM (ressonâncias e ECGs), Bedrock para NLP e análise de imagens, SageMaker + Bedrock Multimodal Embeddings para visualização combinada de dados genéticos e de imagem.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BIOMARCADORES DIGITAIS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Melhor organização e acesso aos dados genéticos e fenotípicos de 700+ pacientes. Modelos preditivos para estratificação de pacientes com base em características genéticas e clínicas.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Amazon Bedrock melhorou interpretação de relatórios médicos e extração de padrões clínicos. Conformidade com LGPD via anonimização e controle de acessos.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IA EM CARDIOLOGIA: GENÔMICA + IMAGEM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FUTURO DA CARDIOLOGIA PREDITIVA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Os próximos passos incluem expandir o projeto para novos pacientes, criar pipelines automatizados para coleta e análise de dados, e publicar resultados em artigos científicos.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adoção de AWS HealthLake para armazenamento integrado de dados de saúde está sendo explorada para ampliar as capacidades da solução.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INC Cardiologia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