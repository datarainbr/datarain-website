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Reestruturação da Landing Zone com AWS Control Tower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Implementação de SCPs e federação Azure ADFS com IAM Identity Center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Configuração de serviços nativos de segurança (CloudTrail, Config, GuardDuty)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infraestrutura de nuvem da RNP, estabelecida em 2018, apresentava lacunas significativas em segurança e conformidade. A Landing Zone estava desatualizada, a estrutura de contas era incompatível com o crescimento da organização.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Faltava baseline de segurança, criptografia centralizada de logs do CloudTrail e políticas de controle de serviços (SCPs). A gestão de usuários e acessos era trabalhosa e ineficiente.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elevar a maturidade de segurança de uma infraestrutura que conecta centenas de instituições, a proposta era clara: reestruturar a Landing Zone seguindo as melhores práticas da AWS.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Rede Nacional de Ensino e Pesquisa (RNP) é uma plataforma de comunicação e colaboração digital que promove inovação em tecnologia da informação. Sua atuação abrange o setor público, focando especialmente na área de Educação, conectando instituições de ensino e pesquisa em todo o Brasil.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RNP REESTRUTUROU SUA LANDING ZONE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SEGURANÇA PRECISA EVOLUIR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SEGURANÇA REESTRUTURADA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RNP alcança 200% mais eficiência na configuração de contas com Landing Zone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RNP conecta mais de 800 instituições de ensino e pesquisa no Brasil através do programa NasNuvens. A reestruturação da Landing Zone trouxe 200% mais eficiência na configuração de contas e criação de novas contas 2x mais rápida.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rnp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Nova estrutura de contas com OUs para segurança, recursos compartilhados e gestão de usuários. Configuração de Control Tower, CloudTrail, Config, IAM Identity Center e SCPs.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Federação de usuários entre Azure ADFS e AWS IAM Identity Center. Serviços nativos de segurança para garantir alto padrão de conformidade com diretrizes AWS.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EFICIÊNCIA E GOVERNANÇA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200% mais eficiência na configuração de contas com padrão de segurança atualizado. Criação de novas contas 2x mais rápida com configurações pré-definidas via AWS Organizations.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Reestruturação da Landing Zone com segurança e escalabilidade. Automatização e simplificação de processos com redução drástica do trabalho operacional.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LANDING ZONE: SEGURANÇA E ESCALABILIDADE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MATURIDADE CONTÍNUA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Para elevar ainda mais a maturidade de segurança, a dataRain sugeriu atividades adicionais incluindo políticas de tags e backup, estratégia de Disaster Recovery e outras iniciativas.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reestruturação garantiu conformidade com exigências regulatórias e políticas de retenção de logs, fortalecendo a segurança de toda a organização.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RNP Landing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