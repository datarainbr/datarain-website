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Migração IaaS para AWS com custo de US$ 0,3 milhão (1/60 do CAPEX)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Amazon EC2, EBS e S3 para computação e armazenamento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Consultoria, gerenciamento de ambiente e operação DevOps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Em 2018, o volume de dados estava crescendo a velocidade sem precedentes, sendo necessário redesenhar a infraestrutura tecnológica. Os custos de modernização do parque tecnológico eram proibitivos: US$ 5 milhões.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Serviços de hospedagem custariam US$ 1,25 milhão. A licitação pública resultou em um plano de migração IaaS na AWS com a dataRain custando US$ 0,3 milhão — 1/60 do CAPEX necessário.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modernizar uma infraestrutura de dados com custos proibitivos, a proposta era clara: migrar para a nuvem AWS com economia radical e escalabilidade garantida.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Fundação Seade é um órgão da Secretaria de Planejamento e Gestão do Governo de São Paulo, centro de referência nacional na produção e disseminação de análises e estatísticas socioeconômicas e demográficas. Ao longo de 40 anos, tem se constituído em fonte segura e atualizada de dados sobre o estado de São Paulo.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SEADE MODERNIZOU SUA INFRAESTRUTURA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OS CUSTOS INVIABILIZAM A MODERNIZAÇÃO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MIGRAÇÃO ECONÔMICA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Fundação Seade reduz custos de US$ 5 milhões para US$ 0,3 milhão migrando para 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Fundação Seade dissemina sua produção com internet como principal instrumento, gratuidade de acesso e disponibilização de todo o acervo recente. A migração para a nuvem garantiu escalabilidade para acompanhar o crescimento contínuo dos dados socioeconômicos.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8.png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infraestrutura utiliza Amazon EC2 para computação, Amazon EBS para armazenamento em bloco, Amazon S3 para armazenamento de objetos, Amazon Route 53 para DNS e Amazon VPC para rede isolada.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Serviços agregados incluem setup, consultoria, gerenciamento de ambiente e operação DevOps contínua.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ECONOMIA DE 94%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Redução de custos de US$ 5 milhões (CAPEX) para US$ 0,3 milhão na nuvem AWS — economia de 94%. Infraestrutura escalável para acompanhar o crescimento do volume de dados.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dataRain se tornou trusted advisor do Seade, demonstrando profissionalismo e transparência. A AWS e a dataRain ajudam com consultoria de TI e serviços em nuvem em qualquer desafio.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MIGRAÇÃO ECONÔMICA: DO LEGADO À NUVEM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DADOS PÚBLICOS NA NUVEM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migração garantiu que o Seade continue sendo fonte segura e atualizada de dados sobre São Paulo, com infraestrutura moderna e escalável para suportar o crescimento contínuo.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parceria com a dataRain demonstrou que a modernização do setor público é possível com economia radical e qualidade de serviço.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Seade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