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Amazon EC2 HPC com 4 instâncias de 64 vCPUs e 256 GB RAM cada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Algoritmo Random Forest com plataforma H2O e Python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Armazenamento em S3 com sistema de arquivos compartilhado EFS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Cada voo gerava 11 GB com cerca de 6,5 bilhões de registros. Com mais de 1.000 voos, isso resultou em cerca de 7 trilhões de registros. Para calcular a incerteza de cada pixel, era necessário gerar mil versões diferentes dos mapas de biomassa.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Mesmo com bons servidores locais, processar todo esse volume levaria mais de 3.000 horas, inviabilizando o projeto dentro do prazo.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processar 7 trilhões de registros para gerar mil mapas de biomassa, a proposta era clara: usar computação de alta performance na nuvem para viabilizar a ciência em escala.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Instituto Nacional de Pesquisas Espaciais (INPE) é um dos principais centros de pesquisa do Brasil, reconhecido mundialmente por sua atuação no monitoramento ambiental e climático. O projeto EBA (Estimativa de Biomassa da Amazônia) mapeou a biomassa do Bioma Amazônico combinando dados LiDAR de mais de 1.000 voos com informações de satélites.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NUVEM ACELEROU A CIÊNCIA AMAZÔNICA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CIÊNCIA ESBARRA NO PROCESSAMENTO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HPC NA NUVEM AWS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INPE reduz de 3.000 para 40 horas o processamento do mapa de biomassa amazônica.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O mapa de incertezas permite determinar onde o modelo foi menos preciso, subsidiando estudos complementares. Com ele, a atualização futura do mapa pode ser feita com apenas 15% dos voos iniciais, que custaram cerca de R$3.000.000 à época.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unnam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arquitetura combinou Amazon EC2 HPC (4 instâncias com 64 vCPUs e 256 GB RAM), Amazon S3 para armazenamento, Amazon EBS para volumes de disco, Amazon EFS para sistema de arquivos compartilhado, Route 53 para DNS e VPC para rede isolada.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modelagem estatística utilizou o algoritmo Random Forest com a plataforma H2O e Python para calcular a incerteza de cada pixel do mapa.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DE 3.000 PARA 40 HORAS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tempo de processamento caiu de 2.000-3.000 horas para apenas 40 horas com a infraestrutura em nuvem. O INPE consolidou todo o trabalho em seu servidor local em apenas dois dias.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mapa de incertezas permite atualização futura com apenas 15% dos voos iniciais, reduzindo drasticamente os custos da etapa mais cara do projeto.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HPC NA NUVEM: PROCESSAMENTO EM ESCALA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LEGADO CIENTÍFICO COM IMPACTO ESTRATÉGICO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Concluído em 2019, o projeto deixou um legado técnico e científico: a floresta foi mapeada com mais precisão e responsabilidade. Os dados gerados seguem sendo referência para pesquisas, inventários de carbono e políticas públicas.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Um exemplo claro de como nuvem, ciência e colaboração transformam conhecimento em impacto real para discussões internacionais sobre clima.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"Para estimar a incerteza do nosso conhecimento sobre a biomassa da Amazônia, eu precisava gerar mil mapas. Com a estrutura que tínhamos, isso levaria de 2 a 3 mil horas. Com o apoio da AWS e da dataRain, conseguimos processar tudo em apenas 40 horas."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Mauro Assis, pesquisador do CCST/INPE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