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Arquitetura serverless com AWS Lambda, API Gateway e DynamoDB/RDS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Identity Center (SSO) com credenciais temporárias e menor privilégio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Serverless Framework com CloudFormation para infraestrutura como código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Banco Ótimo reconheceu a importância da bancarização de profissionais autônomos e prestadores de serviços. Precisava agilizar o desenvolvimento e implementação de soluções financeiras personalizadas para esse público.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Era necessária uma abordagem que permitisse responder rapidamente às demandas do mercado, com escalabilidade, segurança e custos otimizados.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criar um banco digital 100% online para inclusão financeira, a proposta era clara: construir uma plataforma serverless escalável, segura e com custos otimizados na AWS.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Banco Ótimo (Ótimo SCD S/A) é uma plataforma financeira 100% online que oferece serviços simplificados e acessíveis. Autorizado pelo Banco Central, conta com a custódia e experiência da CODEPE CVC S/A, empresa com 34 anos de atuação no mercado financeiro e de capitais.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BANCO ÓTIMO NASCEU NA NUVEM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INCLUSÃO FINANCEIRA EXIGE TECNOLOGIA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BANCO DIGITAL NA AWS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Banco Ótimo constrói plataforma financeira 100% online com DevOps e serverless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Banco Ótimo opera com RPO de até 24 horas (snapshots diários) e RTO de até 12 horas, garantindo recuperação rápida em caso de falhas. A criptografia padrão é habilitada em todos os bancos de dados, com chaves armazenadas no AWS KMS.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4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arquitetura utiliza AWS Lambda para processamento, API Gateway para acessibilidade, DynamoDB/RDS como camada de dados. CloudWatch com painel personalizado para monitoramento de infraestrutura, aplicação e erros.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Segurança com Identity Center (SSO), VPC Flow Logs em produção, criptografia TLS/SSL via ACM, CloudFront para HTTPS, e criptografia padrão em RDS e DynamoDB com KMS.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BANCO ESCALÁVEL E SEGURO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Agilidade e velocidade com CI/CD para lançamento frequente de funcionalidades. Confiabilidade e estabilidade com automação de processos e testes automatizados. Escalabilidade e flexibilidade com arquitetura serverless.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Colaboração entre equipes de desenvolvimento, operações e segurança. Segurança reforçada com testes automatizados e controles de acesso granulares.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BANCO DIGITAL: SERVERLESS E SEGURO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INCLUSÃO FINANCEIRA DIGITAL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adoção de DevOps e serverless na AWS permitiu ao Banco Ótimo criar um ambiente bancário escalável, seguro e confiável. O foco em automação e monitoramento garante a entrega de serviços de alta qualidade.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parceria com a dataRain possibilitou uma implantação bem-sucedida, com menor tempo de entrega, maior agilidade e confiabilidade para os clientes.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Banco Otimo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