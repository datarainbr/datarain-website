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Provisionamento rápido de ambientes de Homologação e Produção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Amazon EC2, EBS e S3 para processamento e armazenamento analítico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VPC para isolamento de rede e controle de acesso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projeto exigia mobilização rápida de toda a infraestrutura para ambientes de Homologação e Produção. Por envolver órgãos reguladores e dados sensíveis do setor elétrico, a solução precisava garantir agilidade, segurança e isolamento.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Escalabilidade para suportar o crescimento do volume de dados analíticos e confiabilidade com alta disponibilidade eram requisitos fundamentais.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criar uma plataforma analítica para o setor elétrico brasileiro, a proposta era clara: provisionar infraestrutura segura e escalável na AWS dentro do cronograma institucional.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ANEEL é a autarquia federal responsável por regular e fiscalizar o setor elétrico no Brasil. O Instituto ABRADEE de Energia atua na promoção de estudos e projetos voltados ao desenvolvimento do setor. Juntos, criaram o Sistema de Inteligência Analítica do Setor Elétrico.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SETOR ELÉTRICO GANHOU INTELIGÊNCIA ANALÍTICA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DADOS REGULATÓRIOS EXIGEM AGILIDADE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INFRAESTRUTURA REGULATÓRIA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ANEEL e Instituto ABRADEE criam Sistema de Inteligência Analítica na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O Sistema de Inteligência Analítica consolida, processa e disponibiliza dados estratégicos sobre o mercado de energia no Brasil. A cooperação inédita entre ANEEL e Instituto ABRADEE representa um marco na transparência do setor elétrico.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1.png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Amazon EC2 para processamento analítico, EBS para armazenamento de alta performance, S3 para datasets e backups, Route 53 para DNS e VPC para isolamento de rede.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Serviços agregados incluem setup, consultoria em arquitetura de nuvem, gerenciamento de ambiente e operação DevOps contínua.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ENTREGA NO PRAZO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Ambientes de Homologação e Produção entregues dentro do prazo estipulado. Infraestrutura escalável preparada para o crescimento do volume de dados do setor elétrico.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Operação estável e segura atendendo aos requisitos regulatórios da ANEEL. Redução da complexidade operacional com serviços gerenciados da AWS.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INTELIGÊNCIA ANALÍTICA NA NUVEM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ENERGIA E DADOS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O Sistema de Inteligência Analítica representa um avanço na transparência e eficiência do setor elétrico brasileiro. A plataforma permite análises estratégicas sobre o mercado de energia.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parceria com a dataRain garantiu entrega dentro do prazo com infraestrutura segura e escalável, atendendo aos requisitos regulatórios de ambas as instituições.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Setor Eletrico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