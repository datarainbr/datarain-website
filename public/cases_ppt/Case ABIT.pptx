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Migração cloud-to-cloud com transparência total de custos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Agilidade na criação de hotsites e gestão de ativos de marketing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Infraestrutura moderna com políticas de segurança adequadas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organização sem fins lucrativos precisava de transparência sobre gastos com TI não oferecidos pelo provedor anterior. Se limitava a KPIs do Google Analytics sem métricas precisas de infraestrutura.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ABIT entrega diversos eventos e precisa de agilidade criando hotsites. O provedor anterior levava mais de uma semana para provisionar um usuário FTP. Com limitações orçamentárias, cada incremento precisava caber no orçamento.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migrar de um provedor sem transparência para a nuvem AWS, a proposta era clara: oferecer visibilidade de custos, agilidade operacional e segurança para uma organização sem fins lucrativos.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Associação Brasileira da Indústria Têxtil e de Confecção (ABIT), fundada em 1957, representa 27,5 mil empresas que empregam mais de 1,5 milhão de trabalhadores e geram faturamento anual de US$ 51,58 bilhões. O Brasil é a quinta maior indústria têxtil do mundo.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A ABIT MODERNIZOU SUA INFRAESTRUTURA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A TRANSPARÊNCIA É ESSENCIAL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NUVEM TRANSPARENTE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ABIT migra website institucional para AWS com transparência e agilidade.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A ABIT representa a quinta maior indústria têxtil do mundo, com produção de cerca de 5,1 bilhões de peças de vestuário. A infraestrutura moderna na AWS reflete a mentalidade sólida da instituição, atraindo mais associados.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6.png_conver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 solução ABIT Cloud IaaS na AWS foi desenvolvida para oferecer transparência total de custos, métricas precisas de infraestrutura e agilidade na criação de hotsites e gestão de ativos.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Políticas de segurança adequadas e KPIs transparentes refletem a mentalidade sólida da instituição. A dataRain atua como parceiro de confiança para assuntos de TI e inovação.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TRANSPARÊNCIA E AGILIDADE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Transparência total sobre gastos com TI e métricas precisas de infraestrutura. Agilidade na criação de hotsites e gestão de ativos de marketing para eventos nacionais e internacionais.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Infraestrutura moderna com políticas de segurança adequadas. A ABIT pode se concentrar em outros aspectos do negócio sem preocupação com TI.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NUVEM TRANSPARENTE E ÁGIL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INDÚSTRIA TÊXTIL NA NUVEM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dataRain deu à ABIT a capacidade de criar a solução certa com recursos, capacidades e suporte para atingir objetivos de curto prazo e criar base para estratégia de nuvem de longo prazo.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O envolvimento permitiu que a ABIT se concentrasse em outros aspectos do negócio, com a dataRain sempre disponível para responder sobre tecnologia e inovação.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"A dataRain se destacou pela proximidade e colaboração com nosso time, garantindo transferência de conhecimento e autonomia para operar a nova infraestrutura com confiança."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ABIT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