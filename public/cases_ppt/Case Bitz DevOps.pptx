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AWS ECS com Auto Scaling para dimensionar containers automaticamente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Balanceador de carga integrado ao ECS para distribuir tráfego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Banco de dados AWS RDS com Multi-AZ para alta disponibilidade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desafio era migrar a infraestrutura do Bitz para a nuvem da AWS em curto prazo, visando transacionar em um novo ambiente durante a Black Friday. Era necessário garantir a continuidade das operações financeiras de forma inovadora, com menor custo e sem abrir mão da segurança.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abordagem DevOps foi fundamental para garantir o sucesso da implantação e migração para a nuvem AWS.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garantir continuidade operacional durante a migração, a proposta era clara: implementar uma infraestrutura DevOps escalável e altamente disponível em apenas 60 dias.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Bitz é a carteira digital do Banco Bradesco, uma inovação da instituição financeira que conta com quase 80 anos de mercado. A plataforma moderna de conta de pagamento grátis é operada via aplicativo de smartphone, buscando oferecer uma experiência contemporânea e segura para seus usuários, refletindo os valores de confiabilidade e credibilidade do Bradesco.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DEVOPS GARANTIU A MIGRAÇÃO DO BITZ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MIGRAÇÃO EXIGE CONTINUIDADE OPERACIONAL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DEVOPS EM 60 DIAS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DevOps garante sucesso na migração do Bitz, carteira digital do Bradesco.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cultura DevOps integra equipes de desenvolvimento e operações de TI, visando a entrega contínua de valor. Com Auto Scaling, se um container falhar, outro é iniciado automaticamente para substituí-lo, garantindo disponibilidade contínua do serviço.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5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solução utilizou AWS ECS com Auto Scaling para dimensionar containers com base em métricas de CPU e tráfego. O gerenciamento de tarefas monitora todos os containers, reiniciando automaticamente em caso de falha.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O frontend é armazenado no AWS S3 e entregue pelo CloudFront, ambos escaláveis e altamente disponíveis. Os bancos de dados críticos são configurados com Multi-AZ no AWS RDS, garantindo failover automático.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DEVOPS QUE ENTREGA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Dimensionamento automático dos containers com base em métricas específicas. Monitoramento centralizado com capacidade de reiniciar containers em caso de falhas. Distribuição eficiente do tráfego entre containers.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Armazenamento seguro de dados e logs fora dos containers. Escalabilidade e alta disponibilidade do frontend. Configuração resiliente do banco de dados com failover automático.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INFRAESTRUTURA DEVOPS ESCALÁVEL NA AWS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ESCALABILIDADE E RESILIÊNCIA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implementação permitiu uma infraestrutura DevOps escalável e altamente disponível. A cultura DevOps promoveu colaboração entre as equipes, permitindo que o Bitz atingisse seus objetivos de negócio.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nova infraestrutura permitiu que o Bitz colocasse seus serviços no ar antes do previsto, validando conceitos técnicos e preparando o terreno para a expansão da base de clientes.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Bitz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