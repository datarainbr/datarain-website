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Plataforma 1Doc com arquitetura em alta disponibilidade na AWS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Pipeline de desenvolvimento com CI/CD usando serviços AWS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Implantação 100% remota com treinamento à distância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Até março de 2020, a prefeitura tramitava todos os processos de forma analógica, gerando mais gastos aos cofres públicos, tornando a resolução de demandas mais burocrática, agredindo o meio ambiente e resultando em tempo de espera alto na tratativa das solicitações da população.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necessidade de digitalização se tornou urgente com a pandemia, exigindo atendimento remoto e eficiente.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digitalizar completamente os serviços municipais, a proposta era clara: eliminar o papel, reduzir custos e acelerar o atendimento ao cidadão com tecnologia em nuvem.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prefeitura de Americana, localizada no estado de São Paulo, buscava uma informatização completa dos serviços prestados por todos os órgãos e secretarias da administração municipal. A plataforma 1Doc foi a solução escolhida para transformar digitalmente o atendimento ao cidadão.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AMERICANA DIGITALIZOU SEUS SERVIÇOS PÚBLICOS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PAPEL ATRASA O ATENDIMENTO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TRANSFORMAÇÃO DIGITAL COMPLETA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Serviços digitais diminuem em 50% a espera no atendimento público em Americana.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plataforma 1Doc utiliza Amazon Aurora, Amazon S3, ElastiCache para Redis, ECS para containers escaláveis, e um pipeline completo de CI/CD com CodePipeline, CodeBuild e CodeDeploy. A migração do RDS para Aurora trouxe melhor performance sem necessidade de alocar disco para IOPS.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logo-pma-eleicao-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arquitetura utiliza Amazon Aurora para dados, S3 para anexos e código estático, ElastiCache para Redis como cache, ECS para containers escaláveis, SQS para operações assíncronas e CloudWatch para monitoramento.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O pipeline de CI/CD integra Bitbucket, CodePipeline, CodeBuild, ECR e CodeDeploy, com staging em EC2 e produção em ECS.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ATENDIMENTO DIGITAL EM ESCALA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Mais de 450.000 atendimentos digitais (85% do total). Redução de 10x no tempo de emissão de certidão negativa. 99,9% dos projetos de construção analisados digitalmente. 50% de redução no tempo médio de aprovação de projetos.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630 serviços online disponíveis. Mais de 10 milhões de impressões poupadas, resultando em mais de R$1.000.000 em economia aos cofres públicos.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PLATAFORMA DIGITAL: DO PAPEL À NUVEM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GOVERNO DIGITAL EM EXPANSÃO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transformação digital permitiu ao município adotar comunicação digital, possibilitando ao cidadão contato e pedido de demandas a qualquer hora do dia, sem necessidade de deslocamento físico.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implantação aconteceu de forma 100% remota, com reuniões por videoconferência e treinamento via educação à distância, demonstrando que a modernização do setor público é possível e acessível.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Prefeitura Americana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