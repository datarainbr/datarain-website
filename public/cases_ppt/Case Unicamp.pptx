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Migração sem downtime para VMs escaláveis e otimizadas na AWS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Amazon S3 para armazenamento seguro e escalável de 150 TB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Segurança avançada com GuardDuty, Inspector e IAM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infraestrutura padrão do AGHUse apresentava limitações de escalabilidade e custos operacionais elevados. A instituição lidava com crescentes demandas por serviços de saúde e restrições tecnológicas.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necessidade era clara: migração completa do serviço com melhoria de performance e redução de custos de operação e armazenamento de 150 TB de dados, incluindo imagens PACS.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migrar 150 TB de dados de saúde sem interrupção dos serviços, a proposta era clara: criar uma infraestrutura segura, escalável e moderna na AWS.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Universidade Estadual de Campinas (Unicamp), fundada em 1966, é reconhecida nacional e internacionalmente por sua excelência acadêmica e contribuições significativas para o desenvolvimento científico, tecnológico e cultural do país. O sistema AGHUse gerencia suas operações de saúde.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A UNICAMP TRANSFORMOU SUA GESTÃO DE SAÚDE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A INFRAESTRUTURA LIMITA A SAÚDE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SAÚDE NA NUVEM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Unicamp alcança 40% de aumento na eficiência operacional com migração para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A migração do sistema AGHUse foi realizada sem nenhuma interrupção nos serviços de saúde da Unicamp. A solução utiliza VPN e firewalls para proteger dados contra acessos não autorizados, com integrações e automações serverless.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Logo_Unicamp_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VMs otimizadas para performance e segurança do AGHUse. Amazon S3 para armazenamento seguro e escalável dos dados dos pacientes. Rede privada com VPN e firewalls.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Segurança avançada com Amazon GuardDuty, Inspector e IAM. Integrações e automações serverless para eficiência operacional. Migração sem downtime com técnicas avançadas.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EFICIÊNCIA E ECONOMIA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40% de aumento na eficiência operacional. 30% de redução de custos totais. 25% de salto na disponibilidade geral do sistema AGHUse.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Migração sem interrupções nos serviços de saúde. Infraestrutura segura e escalável para 150 TB de dados médicos.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SAÚDE NA NUVEM: SEGURA E ESCALÁVEL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FUTURO DA SAÚDE DIGITAL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Unicamp avalia expandir a nuvem AWS para pesquisa e ensino, potencializando eficiência e inovação em toda a instituição. Explora inteligência artificial para diagnósticos, blockchain para segurança de dados e IoT para monitoramento de pacientes.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parceria com a dataRain proporcionou suporte técnico e estratégico durante todo o processo de transformação digital.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Unicamp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