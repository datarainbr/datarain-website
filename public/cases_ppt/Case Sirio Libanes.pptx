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Interface bidirecional para mapear e converter protocolo HSL para FHIR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Lambda para processamento serverless dos dados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AWS HealthLake para armazenar e validar arquivos FHIR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Na jornada de modernização, a integração entre diferentes sistemas é um desafio crítico. Cada sistema possui seu próprio padrão de tratamento e armazenamento de informações, levando a problemas de comunicação e interoperabilidade.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hospital enfrentava o desafio de adaptar seu padrão interno (protocolo HSL) ao padrão global FHIR (Fast Healthcare Interoperability Resources), permitindo comunicação eficaz entre os sistemas.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integrar um sistema proprietário ao padrão global de saúde, a proposta era clara: criar uma interface serverless que convertesse dados de forma eficaz e segura.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Hospital Sírio-Libanês, fundado em 1921, é reconhecido por sua excelência médica e compromisso com a qualidade dos cuidados no Brasil. Com equipe altamente qualificada e infraestrutura moderna, oferece ampla gama de especialidades médicas, garantindo diagnósticos precisos e tratamentos eficazes.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SÍRIO-LIBANÊS INTEGROU SEUS DADOS MÉDICOS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SISTEMAS DIFERENTES PRECISAM CONVERSAR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INTEROPERABILIDADE EM SAÚDE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Hospital Sírio-Libanês integra dados médicos ao padrão global FHIR com serverless na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FHIR (Fast Healthcare Interoperability Resources) é o padrão global para troca de dados de saúde. A integração permite que hospitais compartilhem informações médicas de forma padronizada, melhorando a continuidade do cuidado ao paciente.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HSL_PH_rgb_po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interface mapeia componentes do protocolo HSL e converte para o padrão FHIR, estabelecendo canal bidirecional de comunicação. AWS Lambda processa e converte os dados de forma serverless.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AWS HealthLake armazena, consulta e valida os arquivos FHIR gerados, assegurando armazenamento seguro e em conformidade com padrões de saúde. Desenvolvido em JavaScript com Node.js.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DADOS INTEGRADOS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Integração aprimorada entre protocolo interno e padrão global FHIR. Eficiência operacional com processamento serverless via AWS Lambda. Armazenamento seguro e conforme com AWS HealthLake.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Agilidade e flexibilidade com JavaScript e Node.js. Comunicação eficaz e confiável entre diferentes sistemas de saúde.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INTEGRAÇÃO FHIR: SERVERLESS E SEGURA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INOVAÇÃO EM SAÚDE DIGITAL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O hospital continua comprometido com a evolução de sua infraestrutura e capacidade de integração. Os próximos passos incluem aprimoramento contínuo da interface e exploração de novas tecnologias.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parceria entre o Sírio-Libanês, a dataRain e a AWS permitiu superar desafios de integração, fortalecendo a capacidade de oferecer cuidados de saúde de qualidade.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Sirio Libanes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