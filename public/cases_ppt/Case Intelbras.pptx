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Abordagem serverless com AWS Lambda, Fargate e Serverless Framework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Testes automatizados com Vitest em Node.js no pipeline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Monitoramento personalizado com CloudWatch e Terraform para infraestrutura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Intelbras precisava estabelecer uma infraestrutura capaz de acompanhar o crescimento e as demandas do seu negócio de energia. Carecia de uma abordagem que garantisse escalabilidade, segurança e confiabilidade.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Buscou implementação de DevOps para estabelecer processos automatizados de desenvolvimento, entrega e operação, agilizando o ciclo de vida de seus produtos e serviços.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modernizar a infraestrutura de energia de uma empresa com mais de 40 anos, a proposta era clara: implementar DevOps com serverless para máxima eficiência e automação.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Intelbras fornece soluções em segurança, controle de acesso, redes, comunicação, além de produtos e serviços relacionados à geração de energia e aproveitamento da energia solar. Com mais de 40 anos de experiência, é referência no mercado pelo foco em tecnologia e inovação.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INTELBRAS MODERNIZOU SUA INFRAESTRUTURA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 CRESCIMENTO EXIGE AUTOMAÇÃO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DEVOPS PARA ENERGIA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Intelbras transforma infraestrutura de energia com DevOps e serverless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Intelbras utiliza Serverless Framework com CloudFormation para infraestrutura como código, e pipeline GitLab para gerenciar alterações, construir infraestrutura, realizar testes e publicar código. A arquitetura abrange três zonas de disponibilidade na região de São Paulo.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intelbras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AWS Lambda e Fargate para processamento serverless. Serverless Framework com CloudFormation para infraestrutura como código. Pipeline GitLab para CI/CD automatizado com testes Vitest.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Identity Center (SSO) para autenticação. CloudWatch para monitoramento. Terraform para mudanças de infraestrutura. Criptografia em RDS e DynamoDB com KMS. RPO de 24h e RTO definidos.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EFICIÊNCIA OPERACIONAL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Gestão eficiente da infraestrutura com Serverless Framework, Lambda e Fargate. Processo de implantação automatizado com maior agilidade na entrega de novas versões.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Alta disponibilidade e escalabilidade com três zonas de disponibilidade. Gerenciamento de configuração e monitoramento aprimorados com identificação proativa de problemas.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DEVOPS + SERVERLESS: AUTOMAÇÃO COMPLETA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INOVAÇÃO EM ENERGIA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parceria estratégica com a dataRain assegurou à Intelbras a capacidade de se adaptar rapidamente às demandas do mercado, fornecendo soluções inovadoras e de alto desempenho.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automação proporcionada pelo DevOps permite provisionar e gerenciar recursos de maneira simplificada, garantindo disponibilidade e otimizando o uso dos serviços em nuvem.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Intelbras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