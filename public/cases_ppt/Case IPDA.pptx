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CloudFront para CDN com aumento de 500% na velocidade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Auto Scaling para elasticidade automática conforme demanda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ElastiCache para aliviar carga nos servidores de banco de dados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a quarentena do COVID-19, houve grande aumento de visitantes ao website para acompanhar cultos online. Os acessos saltaram de 150 mil para mais de 310 mil mensais. Como organização sem fins lucrativos, a IPDA possuía recursos financeiros limitados.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Precisava de solução escalável, rápida de implementar e com elasticidade para ajustar recursos conforme demanda. O evento virtual de aniversário previa tráfego massivo ainda maior.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manter um website disponível durante picos de tráfego na pandemia, a proposta era clara: implementar infraestrutura elástica e performática na AWS com recursos limitados.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Igreja Pentecostal Deus É Amor (IPDA), fundada em 1962, conta com mais de 17 mil templos no Brasil e presença em 88 países, com mais de um milhão de fiéis pelo mundo. Seu principal templo é considerado um dos maiores templos evangélicos do mundo.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IPDA MANTEVE SEU SITE NA PANDEMIA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PANDEMIA MULTIPLICA O TRÁFEGO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PERFORMANCE SOB PRESSÃO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IPDA alcança 99,99% de disponibilidade e 500% mais velocidade com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Durante o evento virtual de aniversário da igreja, com tráfego massivo previsto, não só houve disponibilidade total dos serviços, como o desempenho do site foi registrado como melhor do que nunca, graças à nova infraestrutura AWS.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ipda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Amazon VPC para rede, EC2 para computação, Route 53 para DNS, CloudFront para CDN, Auto Scaling para elasticidade, ElastiCache para cache de banco de dados.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Integração com Active Directory para autenticação. CloudWatch para monitoramento. KMS para criptografia. Lambda para automações. Certificado SSL e regras de firewall configurados.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DISPONIBILIDADE TOTAL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99,99% de disponibilidade do serviço. Aumento de 500% na velocidade de carregamento com CloudFront. Bloqueio de 2x mais tráfego malicioso que o ambiente anterior.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Escalabilidade automática real com tempo de resposta mínimo. Modelo de pagamento sob demanda ideal para organização sem fins lucrativos.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ALTA PERFORMANCE: ELÁSTICA E SEGURA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FÉ E TECNOLOGIA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modelo de pagamento sob demanda foi um ótimo benefício para a organização sem fins lucrativos, democratizando o acesso às mais novas tecnologias de forma economicamente viável.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tomada de decisões perante períodos sazonais está mais fácil, com otimização na disponibilidade de serviços e custos. Os próximos passos incluem incorporação do sistema de doações pelo website.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"Trabalhamos muito próximos do time da IPDA, conseguimos sentir a dor deles, calçar os sapatos do cliente. Essa era a única forma de oferecer a experiência da nuvem que eles merecem."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Diretor de Tecnologia da dataRain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